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90" r:id="rId2"/>
    <p:sldId id="291" r:id="rId3"/>
    <p:sldId id="292" r:id="rId4"/>
    <p:sldId id="293" r:id="rId5"/>
    <p:sldId id="294" r:id="rId6"/>
    <p:sldId id="295" r:id="rId7"/>
    <p:sldId id="296" r:id="rId8"/>
    <p:sldId id="310" r:id="rId9"/>
    <p:sldId id="311" r:id="rId10"/>
    <p:sldId id="312" r:id="rId11"/>
    <p:sldId id="313" r:id="rId12"/>
    <p:sldId id="316" r:id="rId13"/>
    <p:sldId id="298" r:id="rId14"/>
    <p:sldId id="299" r:id="rId15"/>
    <p:sldId id="301" r:id="rId16"/>
    <p:sldId id="302" r:id="rId17"/>
    <p:sldId id="303" r:id="rId18"/>
    <p:sldId id="306" r:id="rId19"/>
    <p:sldId id="304" r:id="rId20"/>
    <p:sldId id="315" r:id="rId21"/>
    <p:sldId id="305" r:id="rId22"/>
    <p:sldId id="307" r:id="rId23"/>
    <p:sldId id="314" r:id="rId24"/>
    <p:sldId id="308" r:id="rId25"/>
    <p:sldId id="309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97DED7-87E9-8FFE-C42B-07F44890EE69}" v="36" dt="2026-07-14T12:42:56.737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51" d="100"/>
          <a:sy n="51" d="100"/>
        </p:scale>
        <p:origin x="922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E1C0F14-DBDF-585A-E882-E2BF9647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7E6D42C4-06DC-AB21-7112-CEF37FBD57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954B99EC-4B17-0504-2C36-7D6C91B3C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9041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D158B3-CBD8-B5E4-6B76-365327AB8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10A094C-68D7-7C06-1676-FE4856468B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9E3ED5FD-8C53-1F8E-D724-51F89F8FB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10758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9508F664-A613-C49E-6808-FC67C002D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7AA89D1-36B1-C3BD-0BE6-28C6BBF7E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C720C9B-1798-C39A-D4BB-62F3C60E86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06321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E1412E85-19BE-A4D2-3A42-8118C8382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C19DA990-6141-A1FE-8846-7567C53993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78ED0245-E9EA-4854-4BC6-4C85ED3850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894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1010730D-B05E-5843-B75E-442772C5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3B1B9E69-D5B7-1EDE-695B-8A72F215EE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C97573FA-7DA9-832E-211C-9E472EC40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64743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99EC48D-986D-5759-BB30-643EB8E6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18B9E3A1-6FB8-9155-61D2-ACE1911D3D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A030ED18-5AAE-8953-2668-AE98C5E83A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87273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sz="6600" b="1" dirty="0"/>
              <a:t>IBM Bob Gujarat State level Hackathon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433" y="3648075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IBM Bob”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05406407"/>
              </p:ext>
            </p:extLst>
          </p:nvPr>
        </p:nvGraphicFramePr>
        <p:xfrm>
          <a:off x="1299257" y="2600315"/>
          <a:ext cx="9394989" cy="2610352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6434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4601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</a:t>
                      </a:r>
                      <a:r>
                        <a:rPr lang="en-US" sz="2000" dirty="0"/>
                        <a:t>HARIWIN P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hariwin305@gmail.com</a:t>
                      </a: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dirty="0">
                <a:highlight>
                  <a:srgbClr val="FFFF00"/>
                </a:highlight>
              </a:rPr>
              <a:t>Electronics and Telecommunications Engineering – Machine Learning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dirty="0">
                <a:highlight>
                  <a:srgbClr val="FFFF00"/>
                </a:highlight>
              </a:rPr>
              <a:t>Network Intrusion Detection Using Machine Learning]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B023FA-CFEB-ACE9-8425-7E72E307CDC5}"/>
              </a:ext>
            </a:extLst>
          </p:cNvPr>
          <p:cNvSpPr txBox="1"/>
          <p:nvPr/>
        </p:nvSpPr>
        <p:spPr>
          <a:xfrm>
            <a:off x="1211005" y="5210667"/>
            <a:ext cx="6456743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Recommended font style and size:</a:t>
            </a:r>
            <a:br>
              <a:rPr lang="en-US" sz="2000">
                <a:solidFill>
                  <a:srgbClr val="FF0000"/>
                </a:solidFill>
              </a:rPr>
            </a:br>
            <a:br>
              <a:rPr lang="en-US" sz="2000"/>
            </a:br>
            <a:r>
              <a:rPr lang="en-US" sz="2000">
                <a:solidFill>
                  <a:srgbClr val="FF0000"/>
                </a:solidFill>
              </a:rPr>
              <a:t>Font Style: Arial</a:t>
            </a:r>
            <a:br>
              <a:rPr lang="en-US" sz="2000">
                <a:solidFill>
                  <a:srgbClr val="FF0000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Font Size (Heading): 28</a:t>
            </a:r>
          </a:p>
          <a:p>
            <a:r>
              <a:rPr lang="en-US" sz="2000">
                <a:solidFill>
                  <a:srgbClr val="FF0000"/>
                </a:solidFill>
              </a:rPr>
              <a:t>Font Size (Content): 20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F8508-0DD5-48DA-89B4-F93CB4AF3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3840479"/>
            <a:ext cx="1325880" cy="137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Network Intrusion Detection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US" dirty="0"/>
              <a:t>Create a robust Network Intrusion Detection System (NIDS) using machine learning. The system should analyze network traffic data to identify and classify different types of cyber-attacks such as </a:t>
            </a:r>
            <a:r>
              <a:rPr lang="en-US" b="1" dirty="0"/>
              <a:t>DoS, Probe, R2L and U2R</a:t>
            </a:r>
            <a:r>
              <a:rPr lang="en-US" dirty="0"/>
              <a:t>, and distinguish them from normal network activity.</a:t>
            </a:r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r>
              <a:rPr lang="en-US" dirty="0"/>
              <a:t>Develop a machine-learning-based system that can:</a:t>
            </a:r>
          </a:p>
          <a:p>
            <a:r>
              <a:rPr lang="en-US" dirty="0"/>
              <a:t>Analyze network traffic data </a:t>
            </a:r>
          </a:p>
          <a:p>
            <a:r>
              <a:rPr lang="en-US" dirty="0"/>
              <a:t>Detect normal and malicious network activity </a:t>
            </a:r>
          </a:p>
          <a:p>
            <a:r>
              <a:rPr lang="en-US" dirty="0"/>
              <a:t>Classify different types of network attacks </a:t>
            </a:r>
          </a:p>
          <a:p>
            <a:r>
              <a:rPr lang="en-US" dirty="0"/>
              <a:t>Provide early warning of malicious activities </a:t>
            </a:r>
          </a:p>
          <a:p>
            <a:r>
              <a:rPr lang="en-US" b="1" dirty="0"/>
              <a:t>Technology:</a:t>
            </a:r>
            <a:br>
              <a:rPr lang="en-US" dirty="0"/>
            </a:br>
            <a:r>
              <a:rPr lang="en-US" dirty="0"/>
              <a:t>IBM Cloud Lite services are mandatory for the project.</a:t>
            </a:r>
          </a:p>
          <a:p>
            <a:r>
              <a:rPr lang="en-US" dirty="0"/>
              <a:t>This matches the problem statement shown in your provided document.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</a:t>
            </a:r>
          </a:p>
          <a:p>
            <a:r>
              <a:rPr lang="en-US" dirty="0"/>
              <a:t>Develop a </a:t>
            </a:r>
            <a:r>
              <a:rPr lang="en-US" b="1" dirty="0"/>
              <a:t>Machine Learning-based Network Intrusion Detection System (NIDS)</a:t>
            </a:r>
            <a:r>
              <a:rPr lang="en-US" dirty="0"/>
              <a:t> that analyzes network traffic and identifies whether the activity is normal or malicious.</a:t>
            </a:r>
          </a:p>
          <a:p>
            <a:r>
              <a:rPr lang="en-US" dirty="0"/>
              <a:t>Load and analyze the network intrusion detection dataset. </a:t>
            </a:r>
          </a:p>
          <a:p>
            <a:r>
              <a:rPr lang="en-US" dirty="0"/>
              <a:t>Preprocess the network traffic data for machine learning. </a:t>
            </a:r>
          </a:p>
          <a:p>
            <a:r>
              <a:rPr lang="en-US" dirty="0"/>
              <a:t>Train a machine learning model to detect network anomalies. </a:t>
            </a:r>
          </a:p>
          <a:p>
            <a:r>
              <a:rPr lang="en-US" dirty="0"/>
              <a:t>Predict whether network traffic is </a:t>
            </a:r>
            <a:r>
              <a:rPr lang="en-US" b="1" dirty="0"/>
              <a:t>normal or an intrusion</a:t>
            </a:r>
            <a:r>
              <a:rPr lang="en-US" dirty="0"/>
              <a:t>. </a:t>
            </a:r>
          </a:p>
          <a:p>
            <a:r>
              <a:rPr lang="en-US" dirty="0"/>
              <a:t>Classify malicious traffic into attack categories such as </a:t>
            </a:r>
            <a:r>
              <a:rPr lang="en-US" b="1" dirty="0"/>
              <a:t>DoS, Probe, R2L and U2R</a:t>
            </a:r>
            <a:r>
              <a:rPr lang="en-US" dirty="0"/>
              <a:t>. </a:t>
            </a:r>
          </a:p>
          <a:p>
            <a:r>
              <a:rPr lang="en-US" dirty="0"/>
              <a:t>Use </a:t>
            </a:r>
            <a:r>
              <a:rPr lang="en-US" b="1" dirty="0"/>
              <a:t>IBM Bob</a:t>
            </a:r>
            <a:r>
              <a:rPr lang="en-US" dirty="0"/>
              <a:t> to assist with the development and implementation of the project. </a:t>
            </a:r>
          </a:p>
          <a:p>
            <a:r>
              <a:rPr lang="en-US" dirty="0"/>
              <a:t>Store the project code and model files in a </a:t>
            </a:r>
            <a:r>
              <a:rPr lang="en-US" b="1" dirty="0"/>
              <a:t>GitHub repository</a:t>
            </a:r>
            <a:r>
              <a:rPr lang="en-US" dirty="0"/>
              <a:t>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636608" y="484632"/>
            <a:ext cx="7263808" cy="563231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US" sz="2400" b="1" dirty="0"/>
          </a:p>
          <a:p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636608" y="1141166"/>
            <a:ext cx="1051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IBM Bob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– Used as the AI-assisted development platform for building and implementing the project.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Python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– Used for data processing, machine learning, and network intrusion detection.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Pandas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– Used for loading, exploring, and preprocessing the network traffic dataset.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Scikit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-learn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– Used for machine learning model training and prediction.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Random Forest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– Used as the machine learning model for detecting network anomalies/intrusions.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IBM Cloud Lite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– Used as the required IBM cloud technology for the project.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GitHub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 – Used to store and manage the project notebook and trained model files.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FEC4A4B-C96E-4936-9DEF-20F69B83E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6769768" cy="413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332F3F-EEF3-260F-52BA-623707750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438" y="863187"/>
            <a:ext cx="9487269" cy="533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E77B4-704A-3A83-DF19-A19BAD53F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83" y="862241"/>
            <a:ext cx="9456634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AF7A05F8-6C8B-A51B-B050-0E9212E8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AAB01743-CD2D-F92D-BF92-DF9E50E45548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F80F5-6696-BE83-020A-A8B1A2184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83" y="862241"/>
            <a:ext cx="9456634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88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EC248B62-90B0-31EF-B033-CE55CB37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99445627-361C-FF92-A0E9-D6EFBDBAF34E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341ECE-AE38-0FEF-23DD-967B8CBA6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83" y="862241"/>
            <a:ext cx="9456634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110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39EB1CD-538A-7DBD-F4E9-052D9D7D4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E349D72E-AB17-BA23-03A8-4F38FE7B6316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62DD69-7E73-92A5-30FE-52E51551A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83" y="862241"/>
            <a:ext cx="9456634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70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43221D92-1044-08AB-7B31-E72C3F63D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28B03A33-D1CB-E189-2BFF-63C16430879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6911EF-4063-1B4B-C9F6-63F0A3B79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83" y="862241"/>
            <a:ext cx="9456634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6335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7F7BFD7F-A5BE-424E-04E4-955393FB4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84A94F7B-91E0-E5F0-4040-54299340996D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8DA23A-5703-24DC-3E32-A03BD6CD7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683" y="862241"/>
            <a:ext cx="9456634" cy="53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0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81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/>
              <a:t>Architecture Blueprint for Network Intrusion Detection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7535D-EBF5-41DE-E93B-760133BF9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22051"/>
            <a:ext cx="9372600" cy="480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644640" y="4434840"/>
            <a:ext cx="4338037" cy="23012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0BDA3C-B252-4AF2-BA44-A34358390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036" y="1021422"/>
            <a:ext cx="1274891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 of Agentic AI in Network Intrusion Detection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Bob was used as an AI-assisted development platform during the development of the Network Intrusion Detection System. It helped understand the project requirements, generate and improve Python code, troubleshoot errors, and organize the machine-learning workflow.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AI-assisted workflow supported the following activities: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Assisted in understanding and exploring network traffic data.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Helped develop code for preparing and transforming the dataset.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Assisted in implementing the Random Forest machine-learning model.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Supported the development of code to identify normal and malicious network traffic.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Troubleshooting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Helped identify and resolve coding and implementation issues.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Assisted in organizing the project workflow and 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IBM Bob supported the development process while the final machine-learning model was implemented using Python, Pandas and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-learn.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A977A3-5FA0-8FF5-E1D1-86C9ED67651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30EE8C-8F89-5938-483F-004520505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20" y="885593"/>
            <a:ext cx="10160522" cy="5715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2D13D-6B69-03D8-BA22-587B943A2572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B9DE6-C4BB-B81B-528A-B8789445C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19" y="1004536"/>
            <a:ext cx="9401607" cy="528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5001C-8880-8B09-8704-29D3F62E7A03}"/>
              </a:ext>
            </a:extLst>
          </p:cNvPr>
          <p:cNvSpPr txBox="1"/>
          <p:nvPr/>
        </p:nvSpPr>
        <p:spPr>
          <a:xfrm>
            <a:off x="1335024" y="1865376"/>
            <a:ext cx="68339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Please put IBM Bob output screenshots with 2-3 prompts. </a:t>
            </a:r>
          </a:p>
          <a:p>
            <a:r>
              <a:rPr lang="en-US" sz="2000">
                <a:solidFill>
                  <a:srgbClr val="FF0000"/>
                </a:solidFill>
              </a:rPr>
              <a:t>You can take 2-3 more slides for each screenshot</a:t>
            </a:r>
            <a:endParaRPr lang="en-IN" sz="200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C1B5E-405A-0E58-2397-353A88D82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46" y="800029"/>
            <a:ext cx="10568908" cy="5945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461640" y="517698"/>
            <a:ext cx="11227440" cy="5944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051D3A"/>
              </a:buClr>
              <a:buSzPts val="3500"/>
            </a:pPr>
            <a:r>
              <a:rPr lang="en-US" sz="2400" b="1" dirty="0"/>
              <a:t>The Wow Factor Behind Your Project</a:t>
            </a:r>
          </a:p>
          <a:p>
            <a:r>
              <a:rPr lang="en-US" sz="2200" b="1" dirty="0"/>
              <a:t>Accurate Network Intrusion Detection</a:t>
            </a:r>
            <a:br>
              <a:rPr lang="en-US" sz="2200" dirty="0"/>
            </a:br>
            <a:r>
              <a:rPr lang="en-US" sz="2200" dirty="0"/>
              <a:t>The system uses a Random Forest machine-learning model to distinguish between normal and anomalous network traffic.</a:t>
            </a:r>
          </a:p>
          <a:p>
            <a:r>
              <a:rPr lang="en-US" sz="2200" b="1" dirty="0"/>
              <a:t>Strong Model Performance</a:t>
            </a:r>
            <a:br>
              <a:rPr lang="en-US" sz="2200" dirty="0"/>
            </a:br>
            <a:r>
              <a:rPr lang="en-US" sz="2200" dirty="0"/>
              <a:t>The model achieved approximately </a:t>
            </a:r>
            <a:r>
              <a:rPr lang="en-US" sz="2200" b="1" dirty="0"/>
              <a:t>97.24% accuracy</a:t>
            </a:r>
            <a:r>
              <a:rPr lang="en-US" sz="2200" dirty="0"/>
              <a:t>, with an F1-score of approximately </a:t>
            </a:r>
            <a:r>
              <a:rPr lang="en-US" sz="2200" b="1" dirty="0"/>
              <a:t>97.02%</a:t>
            </a:r>
            <a:r>
              <a:rPr lang="en-US" sz="2200" dirty="0"/>
              <a:t> on the test data.</a:t>
            </a:r>
          </a:p>
          <a:p>
            <a:r>
              <a:rPr lang="en-US" sz="2200" b="1" dirty="0"/>
              <a:t>Multiple Evaluation Metrics</a:t>
            </a:r>
            <a:br>
              <a:rPr lang="en-US" sz="2200" dirty="0"/>
            </a:br>
            <a:r>
              <a:rPr lang="en-US" sz="2200" dirty="0"/>
              <a:t>Accuracy, precision, recall, F1-score, and the classification report were used to evaluate the model performance.</a:t>
            </a:r>
          </a:p>
          <a:p>
            <a:r>
              <a:rPr lang="en-US" sz="2200" b="1" dirty="0"/>
              <a:t>Practical Security Application</a:t>
            </a:r>
            <a:br>
              <a:rPr lang="en-US" sz="2200" dirty="0"/>
            </a:br>
            <a:r>
              <a:rPr lang="en-US" sz="2200" dirty="0"/>
              <a:t>The system can help identify suspicious network activity and provide an early indication of possible intrusions.</a:t>
            </a:r>
          </a:p>
          <a:p>
            <a:r>
              <a:rPr lang="en-US" sz="2200" b="1" dirty="0"/>
              <a:t>AI-Assisted Development</a:t>
            </a:r>
            <a:br>
              <a:rPr lang="en-US" sz="2200" dirty="0"/>
            </a:br>
            <a:r>
              <a:rPr lang="en-US" sz="2200" dirty="0"/>
              <a:t>IBM Bob was used to assist with dataset analysis, preprocessing, model development, prediction, troubleshooting, and documentation</a:t>
            </a:r>
          </a:p>
          <a:p>
            <a:pPr lvl="0">
              <a:buClr>
                <a:srgbClr val="051D3A"/>
              </a:buClr>
              <a:buSzPts val="3500"/>
            </a:pPr>
            <a:endParaRPr lang="en-US" sz="2400" b="1" dirty="0">
              <a:sym typeface="Times New Roman"/>
            </a:endParaRPr>
          </a:p>
          <a:p>
            <a:pPr lvl="0">
              <a:buClr>
                <a:srgbClr val="051D3A"/>
              </a:buClr>
              <a:buSzPts val="3500"/>
            </a:pPr>
            <a:endParaRPr lang="en-US" sz="2400" b="1" dirty="0">
              <a:sym typeface="Times New Roman"/>
            </a:endParaRPr>
          </a:p>
          <a:p>
            <a:pPr lvl="0">
              <a:buClr>
                <a:srgbClr val="051D3A"/>
              </a:buClr>
              <a:buSzPts val="3500"/>
            </a:pPr>
            <a:endParaRPr lang="en-US" sz="2400" b="1" dirty="0">
              <a:sym typeface="Times New Roman"/>
            </a:endParaRPr>
          </a:p>
          <a:p>
            <a:pPr lvl="0"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 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0" y="545592"/>
            <a:ext cx="7389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-248237" y="-26940370"/>
            <a:ext cx="8244792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957C77C-9B39-4FB9-89E8-0AA4095E3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66843"/>
            <a:ext cx="1194816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proposed Network Intrusion Detection System stands out by combining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learning, network traffic analysis, and AI-assisted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identify suspicious network 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Detection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distinguish normal network traffic from anomalous traffic.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Classification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system automatically classifies network activity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 or anomaly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the need for manual traffic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Uses network traffic features from the intrusion detection dataset to train and evaluate the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Multiple Performance 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Evaluates the model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accuracy, precision, recall, F1-score, and classification report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Threat Identification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Helps identify potentially malicious network activity at an early stage.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AI-Assisted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Bob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supported dataset analysis, preprocessing, coding, troubleshooting, and 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Security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approach can be used as a foundation for detecting suspicious activity in communication networks.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4D64937E-C9AD-3FA1-53E2-2ECBF2E4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F71D9F5B-66BF-4840-40E0-2713F56C5E64}"/>
              </a:ext>
            </a:extLst>
          </p:cNvPr>
          <p:cNvSpPr/>
          <p:nvPr/>
        </p:nvSpPr>
        <p:spPr>
          <a:xfrm>
            <a:off x="624840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231BA06-8686-7E6D-BCEC-6F33D9928770}"/>
              </a:ext>
            </a:extLst>
          </p:cNvPr>
          <p:cNvSpPr/>
          <p:nvPr/>
        </p:nvSpPr>
        <p:spPr>
          <a:xfrm>
            <a:off x="624840" y="1221715"/>
            <a:ext cx="9966960" cy="5215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dirty="0"/>
              <a:t>1. Real-Time Network Monitoring –</a:t>
            </a:r>
            <a:br>
              <a:rPr lang="en-US" sz="2000" dirty="0"/>
            </a:br>
            <a:r>
              <a:rPr lang="en-US" sz="2000" dirty="0"/>
              <a:t>The system can be extended to analyze live network traffic continuously and detect suspicious activities in real time.</a:t>
            </a:r>
          </a:p>
          <a:p>
            <a:r>
              <a:rPr lang="en-US" sz="2000" b="1" dirty="0"/>
              <a:t>2. Multi-Class Attack Detection –</a:t>
            </a:r>
            <a:br>
              <a:rPr lang="en-US" sz="2000" dirty="0"/>
            </a:br>
            <a:r>
              <a:rPr lang="en-US" sz="2000" dirty="0"/>
              <a:t>The model can be enhanced to classify different attack categories such as </a:t>
            </a:r>
            <a:r>
              <a:rPr lang="en-US" sz="2000" b="1" dirty="0"/>
              <a:t>DoS, Probe, R2L, and U2R</a:t>
            </a:r>
            <a:r>
              <a:rPr lang="en-US" sz="2000" dirty="0"/>
              <a:t>, instead of only distinguishing normal and anomalous traffic.</a:t>
            </a:r>
          </a:p>
          <a:p>
            <a:r>
              <a:rPr lang="en-US" sz="2000" b="1" dirty="0"/>
              <a:t>3. Cloud-Based Deployment –</a:t>
            </a:r>
            <a:br>
              <a:rPr lang="en-US" sz="2000" dirty="0"/>
            </a:br>
            <a:r>
              <a:rPr lang="en-US" sz="2000" dirty="0"/>
              <a:t>The intrusion detection system can be deployed on </a:t>
            </a:r>
            <a:r>
              <a:rPr lang="en-US" sz="2000" b="1" dirty="0"/>
              <a:t>IBM Cloud</a:t>
            </a:r>
            <a:r>
              <a:rPr lang="en-US" sz="2000" dirty="0"/>
              <a:t> to provide scalable and accessible network security monitoring.</a:t>
            </a:r>
          </a:p>
          <a:p>
            <a:r>
              <a:rPr lang="en-US" sz="2000" b="1" dirty="0"/>
              <a:t>4. Automated Security Alerts –</a:t>
            </a:r>
            <a:br>
              <a:rPr lang="en-US" sz="2000" dirty="0"/>
            </a:br>
            <a:r>
              <a:rPr lang="en-US" sz="2000" dirty="0"/>
              <a:t>Future versions can generate automatic alerts when suspicious or malicious network activity is detected.</a:t>
            </a:r>
          </a:p>
          <a:p>
            <a:r>
              <a:rPr lang="en-US" sz="2000" b="1" dirty="0"/>
              <a:t>5. Improved Machine Learning Models –</a:t>
            </a:r>
            <a:br>
              <a:rPr lang="en-US" sz="2000" dirty="0"/>
            </a:br>
            <a:r>
              <a:rPr lang="en-US" sz="2000" dirty="0"/>
              <a:t>Other machine-learning and deep-learning algorithms can be tested to improve detection accuracy and reduce false positives.</a:t>
            </a:r>
          </a:p>
          <a:p>
            <a:endParaRPr lang="en-US" sz="2000" dirty="0"/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62824FC8-468E-9721-80FC-A47F7498A5E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7824849-EE7D-AFB8-0509-308E6B45F8A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3101CCF1-C200-0AAD-AC73-FC772B0983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38996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Please create public </a:t>
            </a:r>
            <a:r>
              <a:rPr lang="en-US" sz="1850" b="0" i="0" u="none" strike="noStrike" cap="none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(Enable Add README  button while creating repository) with format – </a:t>
            </a:r>
            <a:r>
              <a:rPr lang="en-US" sz="1600" dirty="0"/>
              <a:t>Network-Intrusion-Detection</a:t>
            </a:r>
            <a:endParaRPr lang="en-US" sz="1600" b="0" i="0" u="none" strike="noStrike" cap="none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test and Paste the working  </a:t>
            </a:r>
            <a:r>
              <a:rPr lang="en-US" sz="1850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URL –</a:t>
            </a:r>
            <a:r>
              <a:rPr lang="en-US" sz="2000" dirty="0"/>
              <a:t>https://github.com/yourusername/Network-Intrusion-Detection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sure you have Uploaded following three files into your </a:t>
            </a:r>
            <a:r>
              <a:rPr lang="en-US" sz="1850" b="1" dirty="0" err="1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</a:t>
            </a:r>
            <a:r>
              <a:rPr lang="en-US" sz="1850" b="1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repository  </a:t>
            </a:r>
            <a:b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All Agent relevant files of IBM Cloud , 2) yourproblemstatement.pdf file  3) your projectpresntation.pptx file 4)any other files 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Skills build profile screen shot</a:t>
            </a:r>
          </a:p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DEF32-0723-445D-B8D5-9E7EB596C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" y="1052128"/>
            <a:ext cx="9921240" cy="5196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AB062-BFE8-81E7-7937-7FF058CAE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244D29-5E1E-8A40-F4D0-25314C4B736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5D597-02A1-615E-08C1-B7E75280E4A4}"/>
              </a:ext>
            </a:extLst>
          </p:cNvPr>
          <p:cNvSpPr txBox="1"/>
          <p:nvPr/>
        </p:nvSpPr>
        <p:spPr>
          <a:xfrm>
            <a:off x="552048" y="690061"/>
            <a:ext cx="11453139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/>
              <a:t>Please  add your </a:t>
            </a:r>
            <a:r>
              <a:rPr lang="en-US" sz="2400" b="1" dirty="0" err="1"/>
              <a:t>credly</a:t>
            </a:r>
            <a:r>
              <a:rPr lang="en-US" sz="2400" b="1" dirty="0"/>
              <a:t> certificate(Getting Started with Artificial Intelligence)  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95E11-2665-4EE2-A81C-637BD877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920" y="1151726"/>
            <a:ext cx="9391819" cy="532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80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16D0C4-EFD0-4679-9D61-8B9CB0576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280" y="1200580"/>
            <a:ext cx="9544993" cy="543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1259</Words>
  <Application>Microsoft Office PowerPoint</Application>
  <PresentationFormat>Widescreen</PresentationFormat>
  <Paragraphs>153</Paragraphs>
  <Slides>25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Times New Roman</vt:lpstr>
      <vt:lpstr>Office Theme</vt:lpstr>
      <vt:lpstr>IBM Bob Gujarat State level Hackathon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hp</cp:lastModifiedBy>
  <cp:revision>14</cp:revision>
  <dcterms:created xsi:type="dcterms:W3CDTF">2025-07-08T05:06:56Z</dcterms:created>
  <dcterms:modified xsi:type="dcterms:W3CDTF">2026-09-11T18:43:35Z</dcterms:modified>
</cp:coreProperties>
</file>